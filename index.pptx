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3793"/>
    <p:restoredTop sz="94658"/>
  </p:normalViewPr>
  <p:slideViewPr>
    <p:cSldViewPr snapToGrid="0">
      <p:cViewPr varScale="1">
        <p:scale>
          <a:sx d="100" n="128"/>
          <a:sy d="100" n="128"/>
        </p:scale>
        <p:origin x="592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BF93-9615-E1E2-9275-26B1F75F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51E0A-F542-1684-9119-411BA0F2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9261-213E-388B-245D-C6182CA6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D213A-907B-3487-3FE4-FE01C0D4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D434-F4E1-88F2-CE19-414BF875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7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17F7-DCD3-71B6-DA46-0E5A922F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7756-7C29-531C-35F3-D4E4C464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F31A-A896-6FF6-5945-ABA18FB7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9710-34F2-9E09-F1DC-AD2CDE39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2402C-1DC9-088B-46C3-98A62A1B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03D1-3B1A-3890-C671-516BF31F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8C75-E95F-AFB1-1D7E-7F0BE66C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4976-3E14-84A7-6DE8-648CD84D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6B21-417A-891F-66E8-C2F97BF7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36A6-687B-E9CB-A404-BE09BD111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5771B-43FA-C227-C907-7F7A0A234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8444-4106-9041-2E58-822E61E3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876-081A-7AC6-D853-8DD89969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0CBD-C4B4-CD37-BB94-BF0183A4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8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CA1-2924-30D1-EBE6-5AE9B288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BE1A-5F36-2422-05B7-89590BA9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6B9A-8F6E-B3E1-1A22-FCA8C397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190D2-AECD-7DA4-E89A-36BB1577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E8BA9-6424-DBEF-9642-F8C731CB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9BA8C-7639-70D3-20DC-BBE2A1E7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258B-6B83-B92C-EF1A-D5DADBE2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5469D-F86D-9EF4-0B1B-580DADD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164-65FA-E414-AA90-BDF445BB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D9315-2B0E-B2DB-1DDC-DD566BC1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81EEB-7BFF-3B12-C800-3667E6D5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FF55E-90B5-5254-FB31-89004348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9522-525A-6EE4-3CE9-D36BA16B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13550-477B-B8F8-9701-04A149E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E106-34B2-9886-469F-F6CDC60D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531-5F3A-312D-AC9F-7B3BDCF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8F43-97E1-AC38-CAE9-EC649A4BB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748A-32A4-8E51-DC96-08A08A6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DC00-F9AD-5850-3266-78D34D11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BCB4-9A00-98F7-FA81-E4DDE6B8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A3CD-3238-67B7-7CBD-79EDCC08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8AEB-22B7-3E8A-455F-8859257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53E66-5B31-7FD4-DC33-BB5D9C625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F613-E878-E57A-D376-A215497B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4952B-DC9F-5FBD-185F-E1EA414F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0390A-B97B-1E83-A73F-ED69E11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974E6-4F13-AD55-A799-F5840A80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7DA4-4541-03B1-D00E-2985CFC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E872-27D3-6C47-D468-E116A046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68389-2737-8464-7A28-48253C6C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5886-0BA8-E41B-F011-58C9C25C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CAB7D-A309-086A-8137-0AD5A834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6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3DCC5-D391-C0C0-5E1A-C3594135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84230-337A-6493-5ED5-9EA5AB3DD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EEC0-593D-1AC3-B555-23D9EB39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40C0-50BC-549B-1027-04FA83F0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71DE-3C41-411A-2972-EBA17A85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64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2DF64-E63A-9D8A-B28F-7E64783C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F2D4-5C78-EE00-EB09-75BFBD2108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0436-3131-257C-DE36-638E82AF70D9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8E23-65CA-00FF-7428-29C60488A922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6E79-9583-6112-E45D-1030719FE08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707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j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j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j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HUDE 400: Intermediate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site is for HUDE 400 - Summer I (2026).</a:t>
            </a:r>
          </a:p>
          <a:p>
            <a:pPr lvl="0" indent="0" marL="0">
              <a:buNone/>
            </a:pPr>
            <a:r>
              <a:rPr/>
              <a:t>Meeting Times: Tu/Th, 5:10pm - 7:40pm</a:t>
            </a:r>
          </a:p>
          <a:p>
            <a:pPr lvl="0" indent="0" marL="0">
              <a:buNone/>
            </a:pPr>
            <a:r>
              <a:rPr/>
              <a:t>Location: Miner Building, School of Education, Rm. 218</a:t>
            </a:r>
          </a:p>
          <a:p>
            <a:pPr lvl="0" indent="0" marL="0">
              <a:buNone/>
            </a:pPr>
            <a:r>
              <a:rPr/>
              <a:t>Instructor: Nathan Alexander, Ph.D.</a:t>
            </a:r>
          </a:p>
          <a:p>
            <a:pPr lvl="0" indent="0" marL="0">
              <a:buNone/>
            </a:pPr>
            <a:r>
              <a:rPr/>
              <a:t>Welcome to </a:t>
            </a:r>
            <a:r>
              <a:rPr b="1"/>
              <a:t>Intermediate Statistics</a:t>
            </a:r>
            <a:r>
              <a:rPr/>
              <a:t> with a focus on human development and psycho-educational studies. More broadly, this course offers a comprehensive exploration of computational and statistical methods applied in education and social science research.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Schedule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"/>
                <a:gridCol w="431800"/>
                <a:gridCol w="3505200"/>
                <a:gridCol w="35052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Assignments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Tuesday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 Introduction and T-Tests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Introductions, syllabus, statistical foundations, T-Tests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Install R/RStudio; Complete T-Test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Thursday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One-Way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Comparing multiple groups using One-Way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One-Way ANOVA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Tuesday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Factorial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Understanding factorial designs and interaction effects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Factorial ANOVA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Thursday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Repeated Measures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Within-subjects designs and repeated observations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Repeated Measures ANOVA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Tuesday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Combining between- and within-subjects factors in Mixed ANOVA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Mixed ANOVA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Thursday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Chi-Square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Categorical data analysis using Chi-Square 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Chi-Square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Tuesday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 and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Relationships between continuous variables and regression modeling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Regression Lab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Thursday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and Applications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Using covariates in group comparisons and applied statistical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 Assignment Due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Tuesday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Workshop and Presentations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 project development, applications, and presentations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Finalize and Present Research Project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Thursday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Exam Review and Final Exam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Comprehensive review of all statistical methods and cumulative final exam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Exam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2026-05-14T21:44:42Z</dcterms:created>
  <dcterms:modified xsi:type="dcterms:W3CDTF">2026-05-14T21:44:42Z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