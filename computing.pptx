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3793"/>
    <p:restoredTop sz="94658"/>
  </p:normalViewPr>
  <p:slideViewPr>
    <p:cSldViewPr snapToGrid="0">
      <p:cViewPr varScale="1">
        <p:scale>
          <a:sx d="100" n="128"/>
          <a:sy d="100" n="128"/>
        </p:scale>
        <p:origin x="592" y="176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Relationship Id="rId5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1BF93-9615-E1E2-9275-26B1F75FB1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951E0A-F542-1684-9119-411BA0F2BC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79261-213E-388B-245D-C6182CA6B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D213A-907B-3487-3FE4-FE01C0D4B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5D434-F4E1-88F2-CE19-414BF8756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573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FBB9D-1F6D-0FC7-0689-8914FE818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21915-03DD-6A2D-69BE-2E0D0E62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B17F7-DCD3-71B6-DA46-0E5A922FB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E7756-7C29-531C-35F3-D4E4C4647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FF31A-A896-6FF6-5945-ABA18FB77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233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39710-34F2-9E09-F1DC-AD2CDE392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2402C-1DC9-088B-46C3-98A62A1B6F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B03D1-3B1A-3890-C671-516BF31FD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88C75-E95F-AFB1-1D7E-7F0BE66C7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C4976-3E14-84A7-6DE8-648CD84D9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937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C6B21-417A-891F-66E8-C2F97BF78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236A6-687B-E9CB-A404-BE09BD1119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55771B-43FA-C227-C907-7F7A0A234E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E08444-4106-9041-2E58-822E61E38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CBC876-081A-7AC6-D853-8DD89969A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660CBD-C4B4-CD37-BB94-BF0183A4D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981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A6CA1-2924-30D1-EBE6-5AE9B288A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0BE1A-5F36-2422-05B7-89590BA90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046B9A-8F6E-B3E1-1A22-FCA8C3979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2190D2-AECD-7DA4-E89A-36BB157740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AE8BA9-6424-DBEF-9642-F8C731CBFD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89BA8C-7639-70D3-20DC-BBE2A1E78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C7258B-6B83-B92C-EF1A-D5DADBE2E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85469D-F86D-9EF4-0B1B-580DADDC7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736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90164-65FA-E414-AA90-BDF445BBA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BD9315-2B0E-B2DB-1DDC-DD566BC1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181EEB-7BFF-3B12-C800-3667E6D55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7FF55E-90B5-5254-FB31-890043480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02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509522-525A-6EE4-3CE9-D36BA16BE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213550-477B-B8F8-9701-04A149EF9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40E106-34B2-9886-469F-F6CDC60DE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713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81531-5F3A-312D-AC9F-7B3BDCF4D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08F43-97E1-AC38-CAE9-EC649A4BB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A748A-32A4-8E51-DC96-08A08A66A8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0DC00-F9AD-5850-3266-78D34D114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74BCB4-9A00-98F7-FA81-E4DDE6B87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2FA3CD-3238-67B7-7CBD-79EDCC086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776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98AEB-22B7-3E8A-455F-8859257EC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953E66-5B31-7FD4-DC33-BB5D9C6254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84F613-E878-E57A-D376-A215497BAB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4952B-DC9F-5FBD-185F-E1EA414F4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F0390A-B97B-1E83-A73F-ED69E11DB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4974E6-4F13-AD55-A799-F5840A80A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43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67DA4-4541-03B1-D00E-2985CFCDD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7BE872-27D3-6C47-D468-E116A0463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268389-2737-8464-7A28-48253C6CD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55886-0BA8-E41B-F011-58C9C25C6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CAB7D-A309-086A-8137-0AD5A8341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963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63DCC5-D391-C0C0-5E1A-C359413524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084230-337A-6493-5ED5-9EA5AB3DDB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2EEC0-593D-1AC3-B555-23D9EB39E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340C0-50BC-549B-1027-04FA83F04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3471DE-3C41-411A-2972-EBA17A85A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8642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02DF64-E63A-9D8A-B28F-7E64783CB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9F2D4-5C78-EE00-EB09-75BFBD210804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80436-3131-257C-DE36-638E82AF70D9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E8E23-65CA-00FF-7428-29C60488A922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66E79-9583-6112-E45D-1030719FE08B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377077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j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j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j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j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j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youtube.com/watch?v=pUe_iD7RJvo&amp;t=93s" TargetMode="External" /><Relationship Id="rId3" Type="http://schemas.openxmlformats.org/officeDocument/2006/relationships/hyperlink" Target="https://posit.co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FBB9D-1F6D-0FC7-0689-8914FE818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Computing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FBB9D-1F6D-0FC7-0689-8914FE818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Lab 0: Downloading R and RStudio.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21915-03DD-6A2D-69BE-2E0D0E62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Lab #0 you will download two software programs to your computer.</a:t>
            </a:r>
          </a:p>
          <a:p>
            <a:pPr lvl="0" indent="0" marL="0">
              <a:buNone/>
            </a:pPr>
            <a:r>
              <a:rPr/>
              <a:t>Please watch the below video to help you download R and RStudio.</a:t>
            </a:r>
          </a:p>
          <a:p>
            <a:pPr lvl="0" indent="0" marL="0">
              <a:buNone/>
            </a:pPr>
            <a:r>
              <a:rPr/>
              <a:t>Watch </a:t>
            </a:r>
            <a:r>
              <a:rPr>
                <a:hlinkClick r:id="rId2"/>
              </a:rPr>
              <a:t>this</a:t>
            </a:r>
            <a:r>
              <a:rPr/>
              <a:t> video to complete the steps below: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- Step 1: Navigate to </a:t>
            </a:r>
            <a:r>
              <a:rPr b="1">
                <a:hlinkClick r:id="rId3"/>
              </a:rPr>
              <a:t>https://posit.co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- Step 2: Click on the Download RStudio link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- Step 3: Install base R (Install R)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- Step 4: Install the RStudio IDE (Install RStudio)</a:t>
            </a:r>
          </a:p>
          <a:p>
            <a:pPr lvl="0" indent="0" marL="0">
              <a:buNone/>
            </a:pPr>
            <a:r>
              <a:rPr/>
              <a:t>Once you have completed your downloads, check to see that you can open RStudio (not R).</a:t>
            </a:r>
          </a:p>
          <a:p>
            <a:pPr lvl="0" indent="0" marL="0">
              <a:buNone/>
            </a:pPr>
            <a:r>
              <a:rPr/>
              <a:t>We’ll pick up here in class next week.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Next up: Preparing for your annotated bibliography</a:t>
            </a:r>
          </a:p>
          <a:p>
            <a:pPr lvl="0" indent="0" marL="0">
              <a:buNone/>
            </a:pPr>
            <a:r>
              <a:rPr/>
              <a:t>After completing Lab 0, you will use OpenAlex to support your literature identification process. OpenAlex is a comprehensive open catalog of the global research system that can help you find relevant publications for your research.</a:t>
            </a:r>
          </a:p>
          <a:p>
            <a:pPr lvl="0" indent="0" marL="0">
              <a:buNone/>
            </a:pPr>
            <a:r>
              <a:rPr/>
              <a:t>Once you are set up in R, try working with the code below: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2026-05-14T04:56:05Z</dcterms:created>
  <dcterms:modified xsi:type="dcterms:W3CDTF">2026-05-14T04:56:05Z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