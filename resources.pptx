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Lst>
  <p:sldSz cx="12192000" cy="6858000"/>
  <p:notesSz cx="6858000" cy="9144000"/>
  <p:defaultTextStyle>
    <a:defPPr>
      <a:defRPr lang="en-US"/>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sz="13793"/>
    <p:restoredTop sz="94658"/>
  </p:normalViewPr>
  <p:slideViewPr>
    <p:cSldViewPr snapToGrid="0">
      <p:cViewPr varScale="1">
        <p:scale>
          <a:sx d="100" n="128"/>
          <a:sy d="100" n="128"/>
        </p:scale>
        <p:origin x="592" y="176"/>
      </p:cViewPr>
      <p:guideLst/>
    </p:cSldViewPr>
  </p:slideViewPr>
  <p:notesTextViewPr>
    <p:cViewPr>
      <p:scale>
        <a:sx d="1" n="1"/>
        <a:sy d="1" n="1"/>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presProps" Target="presProps.xml" /><Relationship Id="rId1" Type="http://schemas.openxmlformats.org/officeDocument/2006/relationships/slideMaster" Target="slideMasters/slideMaster1.xml" /><Relationship Id="rId9" Type="http://schemas.openxmlformats.org/officeDocument/2006/relationships/tableStyles" Target="tableStyles.xml" /><Relationship Id="rId8" Type="http://schemas.openxmlformats.org/officeDocument/2006/relationships/theme" Target="theme/theme1.xml" /><Relationship Id="rId7" Type="http://schemas.openxmlformats.org/officeDocument/2006/relationships/viewProps" Target="viewProps.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F1BF93-9615-E1E2-9275-26B1F75FB121}"/>
              </a:ext>
            </a:extLst>
          </p:cNvPr>
          <p:cNvSpPr>
            <a:spLocks noGrp="1"/>
          </p:cNvSpPr>
          <p:nvPr>
            <p:ph type="ctrTitle"/>
          </p:nvPr>
        </p:nvSpPr>
        <p:spPr>
          <a:xfrm>
            <a:off x="1524000" y="1122363"/>
            <a:ext cx="9144000" cy="2387600"/>
          </a:xfrm>
        </p:spPr>
        <p:txBody>
          <a:bodyPr anchor="b">
            <a:normAutofit/>
          </a:bodyPr>
          <a:lstStyle>
            <a:lvl1pPr algn="ctr">
              <a:defRPr sz="4400"/>
            </a:lvl1pPr>
          </a:lstStyle>
          <a:p>
            <a:r>
              <a:rPr lang="en-US" dirty="0"/>
              <a:t>Click to edit Master title style</a:t>
            </a:r>
          </a:p>
        </p:txBody>
      </p:sp>
      <p:sp>
        <p:nvSpPr>
          <p:cNvPr id="3" name="Subtitle 2">
            <a:extLst>
              <a:ext uri="{FF2B5EF4-FFF2-40B4-BE49-F238E27FC236}">
                <a16:creationId xmlns:a16="http://schemas.microsoft.com/office/drawing/2014/main" id="{4A951E0A-F542-1684-9119-411BA0F2BC4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8B079261-213E-388B-245D-C6182CA6B860}"/>
              </a:ext>
            </a:extLst>
          </p:cNvPr>
          <p:cNvSpPr>
            <a:spLocks noGrp="1"/>
          </p:cNvSpPr>
          <p:nvPr>
            <p:ph type="dt" sz="half" idx="10"/>
          </p:nvPr>
        </p:nvSpPr>
        <p:spPr/>
        <p:txBody>
          <a:bodyPr/>
          <a:lstStyle/>
          <a:p>
            <a:fld id="{7030DA58-E27F-2C42-B061-C97250AF00EF}" type="datetimeFigureOut">
              <a:rPr lang="en-US" smtClean="0"/>
              <a:t>7/26/24</a:t>
            </a:fld>
            <a:endParaRPr lang="en-US"/>
          </a:p>
        </p:txBody>
      </p:sp>
      <p:sp>
        <p:nvSpPr>
          <p:cNvPr id="5" name="Footer Placeholder 4">
            <a:extLst>
              <a:ext uri="{FF2B5EF4-FFF2-40B4-BE49-F238E27FC236}">
                <a16:creationId xmlns:a16="http://schemas.microsoft.com/office/drawing/2014/main" id="{613D213A-907B-3487-3FE4-FE01C0D4BAE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55D434-F4E1-88F2-CE19-414BF8756C9E}"/>
              </a:ext>
            </a:extLst>
          </p:cNvPr>
          <p:cNvSpPr>
            <a:spLocks noGrp="1"/>
          </p:cNvSpPr>
          <p:nvPr>
            <p:ph type="sldNum" sz="quarter" idx="12"/>
          </p:nvPr>
        </p:nvSpPr>
        <p:spPr/>
        <p:txBody>
          <a:bodyPr/>
          <a:lstStyle/>
          <a:p>
            <a:fld id="{679115D6-88B0-0A41-985D-0F75173C33A5}" type="slidenum">
              <a:rPr lang="en-US" smtClean="0"/>
              <a:t>‹#›</a:t>
            </a:fld>
            <a:endParaRPr lang="en-US"/>
          </a:p>
        </p:txBody>
      </p:sp>
    </p:spTree>
    <p:extLst>
      <p:ext uri="{BB962C8B-B14F-4D97-AF65-F5344CB8AC3E}">
        <p14:creationId xmlns:p14="http://schemas.microsoft.com/office/powerpoint/2010/main" val="19815738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1FBB9D-1F6D-0FC7-0689-8914FE818EF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8E21915-03DD-6A2D-69BE-2E0D0E629C7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E2B17F7-DCD3-71B6-DA46-0E5A922FBF34}"/>
              </a:ext>
            </a:extLst>
          </p:cNvPr>
          <p:cNvSpPr>
            <a:spLocks noGrp="1"/>
          </p:cNvSpPr>
          <p:nvPr>
            <p:ph type="dt" sz="half" idx="10"/>
          </p:nvPr>
        </p:nvSpPr>
        <p:spPr/>
        <p:txBody>
          <a:bodyPr/>
          <a:lstStyle/>
          <a:p>
            <a:fld id="{7030DA58-E27F-2C42-B061-C97250AF00EF}" type="datetimeFigureOut">
              <a:rPr lang="en-US" smtClean="0"/>
              <a:t>7/26/24</a:t>
            </a:fld>
            <a:endParaRPr lang="en-US"/>
          </a:p>
        </p:txBody>
      </p:sp>
      <p:sp>
        <p:nvSpPr>
          <p:cNvPr id="5" name="Footer Placeholder 4">
            <a:extLst>
              <a:ext uri="{FF2B5EF4-FFF2-40B4-BE49-F238E27FC236}">
                <a16:creationId xmlns:a16="http://schemas.microsoft.com/office/drawing/2014/main" id="{865E7756-7C29-531C-35F3-D4E4C46472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AFF31A-A896-6FF6-5945-ABA18FB77318}"/>
              </a:ext>
            </a:extLst>
          </p:cNvPr>
          <p:cNvSpPr>
            <a:spLocks noGrp="1"/>
          </p:cNvSpPr>
          <p:nvPr>
            <p:ph type="sldNum" sz="quarter" idx="12"/>
          </p:nvPr>
        </p:nvSpPr>
        <p:spPr/>
        <p:txBody>
          <a:bodyPr/>
          <a:lstStyle/>
          <a:p>
            <a:fld id="{679115D6-88B0-0A41-985D-0F75173C33A5}" type="slidenum">
              <a:rPr lang="en-US" smtClean="0"/>
              <a:t>‹#›</a:t>
            </a:fld>
            <a:endParaRPr lang="en-US"/>
          </a:p>
        </p:txBody>
      </p:sp>
    </p:spTree>
    <p:extLst>
      <p:ext uri="{BB962C8B-B14F-4D97-AF65-F5344CB8AC3E}">
        <p14:creationId xmlns:p14="http://schemas.microsoft.com/office/powerpoint/2010/main" val="24012338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39710-34F2-9E09-F1DC-AD2CDE3926B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662402C-1DC9-088B-46C3-98A62A1B6FC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0CB03D1-3B1A-3890-C671-516BF31FD0C5}"/>
              </a:ext>
            </a:extLst>
          </p:cNvPr>
          <p:cNvSpPr>
            <a:spLocks noGrp="1"/>
          </p:cNvSpPr>
          <p:nvPr>
            <p:ph type="dt" sz="half" idx="10"/>
          </p:nvPr>
        </p:nvSpPr>
        <p:spPr/>
        <p:txBody>
          <a:bodyPr/>
          <a:lstStyle/>
          <a:p>
            <a:fld id="{7030DA58-E27F-2C42-B061-C97250AF00EF}" type="datetimeFigureOut">
              <a:rPr lang="en-US" smtClean="0"/>
              <a:t>7/26/24</a:t>
            </a:fld>
            <a:endParaRPr lang="en-US"/>
          </a:p>
        </p:txBody>
      </p:sp>
      <p:sp>
        <p:nvSpPr>
          <p:cNvPr id="5" name="Footer Placeholder 4">
            <a:extLst>
              <a:ext uri="{FF2B5EF4-FFF2-40B4-BE49-F238E27FC236}">
                <a16:creationId xmlns:a16="http://schemas.microsoft.com/office/drawing/2014/main" id="{82C88C75-E95F-AFB1-1D7E-7F0BE66C7E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CC4976-3E14-84A7-6DE8-648CD84D906A}"/>
              </a:ext>
            </a:extLst>
          </p:cNvPr>
          <p:cNvSpPr>
            <a:spLocks noGrp="1"/>
          </p:cNvSpPr>
          <p:nvPr>
            <p:ph type="sldNum" sz="quarter" idx="12"/>
          </p:nvPr>
        </p:nvSpPr>
        <p:spPr/>
        <p:txBody>
          <a:bodyPr/>
          <a:lstStyle/>
          <a:p>
            <a:fld id="{679115D6-88B0-0A41-985D-0F75173C33A5}" type="slidenum">
              <a:rPr lang="en-US" smtClean="0"/>
              <a:t>‹#›</a:t>
            </a:fld>
            <a:endParaRPr lang="en-US"/>
          </a:p>
        </p:txBody>
      </p:sp>
    </p:spTree>
    <p:extLst>
      <p:ext uri="{BB962C8B-B14F-4D97-AF65-F5344CB8AC3E}">
        <p14:creationId xmlns:p14="http://schemas.microsoft.com/office/powerpoint/2010/main" val="37999376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4C6B21-417A-891F-66E8-C2F97BF780C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D6236A6-687B-E9CB-A404-BE09BD1119B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155771B-43FA-C227-C907-7F7A0A234E5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0E08444-4106-9041-2E58-822E61E388F6}"/>
              </a:ext>
            </a:extLst>
          </p:cNvPr>
          <p:cNvSpPr>
            <a:spLocks noGrp="1"/>
          </p:cNvSpPr>
          <p:nvPr>
            <p:ph type="dt" sz="half" idx="10"/>
          </p:nvPr>
        </p:nvSpPr>
        <p:spPr/>
        <p:txBody>
          <a:bodyPr/>
          <a:lstStyle/>
          <a:p>
            <a:fld id="{7030DA58-E27F-2C42-B061-C97250AF00EF}" type="datetimeFigureOut">
              <a:rPr lang="en-US" smtClean="0"/>
              <a:t>7/26/24</a:t>
            </a:fld>
            <a:endParaRPr lang="en-US"/>
          </a:p>
        </p:txBody>
      </p:sp>
      <p:sp>
        <p:nvSpPr>
          <p:cNvPr id="6" name="Footer Placeholder 5">
            <a:extLst>
              <a:ext uri="{FF2B5EF4-FFF2-40B4-BE49-F238E27FC236}">
                <a16:creationId xmlns:a16="http://schemas.microsoft.com/office/drawing/2014/main" id="{E3CBC876-081A-7AC6-D853-8DD89969A68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B660CBD-C4B4-CD37-BB94-BF0183A4D962}"/>
              </a:ext>
            </a:extLst>
          </p:cNvPr>
          <p:cNvSpPr>
            <a:spLocks noGrp="1"/>
          </p:cNvSpPr>
          <p:nvPr>
            <p:ph type="sldNum" sz="quarter" idx="12"/>
          </p:nvPr>
        </p:nvSpPr>
        <p:spPr/>
        <p:txBody>
          <a:bodyPr/>
          <a:lstStyle/>
          <a:p>
            <a:fld id="{679115D6-88B0-0A41-985D-0F75173C33A5}" type="slidenum">
              <a:rPr lang="en-US" smtClean="0"/>
              <a:t>‹#›</a:t>
            </a:fld>
            <a:endParaRPr lang="en-US"/>
          </a:p>
        </p:txBody>
      </p:sp>
    </p:spTree>
    <p:extLst>
      <p:ext uri="{BB962C8B-B14F-4D97-AF65-F5344CB8AC3E}">
        <p14:creationId xmlns:p14="http://schemas.microsoft.com/office/powerpoint/2010/main" val="4869817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2A6CA1-2924-30D1-EBE6-5AE9B288A86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540BE1A-5F36-2422-05B7-89590BA9095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2046B9A-8F6E-B3E1-1A22-FCA8C3979AE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52190D2-AECD-7DA4-E89A-36BB1577403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CAE8BA9-6424-DBEF-9642-F8C731CBFDC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B89BA8C-7639-70D3-20DC-BBE2A1E7899E}"/>
              </a:ext>
            </a:extLst>
          </p:cNvPr>
          <p:cNvSpPr>
            <a:spLocks noGrp="1"/>
          </p:cNvSpPr>
          <p:nvPr>
            <p:ph type="dt" sz="half" idx="10"/>
          </p:nvPr>
        </p:nvSpPr>
        <p:spPr/>
        <p:txBody>
          <a:bodyPr/>
          <a:lstStyle/>
          <a:p>
            <a:fld id="{7030DA58-E27F-2C42-B061-C97250AF00EF}" type="datetimeFigureOut">
              <a:rPr lang="en-US" smtClean="0"/>
              <a:t>7/26/24</a:t>
            </a:fld>
            <a:endParaRPr lang="en-US"/>
          </a:p>
        </p:txBody>
      </p:sp>
      <p:sp>
        <p:nvSpPr>
          <p:cNvPr id="8" name="Footer Placeholder 7">
            <a:extLst>
              <a:ext uri="{FF2B5EF4-FFF2-40B4-BE49-F238E27FC236}">
                <a16:creationId xmlns:a16="http://schemas.microsoft.com/office/drawing/2014/main" id="{D4C7258B-6B83-B92C-EF1A-D5DADBE2E99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085469D-F86D-9EF4-0B1B-580DADDC728A}"/>
              </a:ext>
            </a:extLst>
          </p:cNvPr>
          <p:cNvSpPr>
            <a:spLocks noGrp="1"/>
          </p:cNvSpPr>
          <p:nvPr>
            <p:ph type="sldNum" sz="quarter" idx="12"/>
          </p:nvPr>
        </p:nvSpPr>
        <p:spPr/>
        <p:txBody>
          <a:bodyPr/>
          <a:lstStyle/>
          <a:p>
            <a:fld id="{679115D6-88B0-0A41-985D-0F75173C33A5}" type="slidenum">
              <a:rPr lang="en-US" smtClean="0"/>
              <a:t>‹#›</a:t>
            </a:fld>
            <a:endParaRPr lang="en-US"/>
          </a:p>
        </p:txBody>
      </p:sp>
    </p:spTree>
    <p:extLst>
      <p:ext uri="{BB962C8B-B14F-4D97-AF65-F5344CB8AC3E}">
        <p14:creationId xmlns:p14="http://schemas.microsoft.com/office/powerpoint/2010/main" val="42407365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90164-65FA-E414-AA90-BDF445BBAA1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9BD9315-2B0E-B2DB-1DDC-DD566BC19C91}"/>
              </a:ext>
            </a:extLst>
          </p:cNvPr>
          <p:cNvSpPr>
            <a:spLocks noGrp="1"/>
          </p:cNvSpPr>
          <p:nvPr>
            <p:ph type="dt" sz="half" idx="10"/>
          </p:nvPr>
        </p:nvSpPr>
        <p:spPr/>
        <p:txBody>
          <a:bodyPr/>
          <a:lstStyle/>
          <a:p>
            <a:fld id="{7030DA58-E27F-2C42-B061-C97250AF00EF}" type="datetimeFigureOut">
              <a:rPr lang="en-US" smtClean="0"/>
              <a:t>7/26/24</a:t>
            </a:fld>
            <a:endParaRPr lang="en-US"/>
          </a:p>
        </p:txBody>
      </p:sp>
      <p:sp>
        <p:nvSpPr>
          <p:cNvPr id="4" name="Footer Placeholder 3">
            <a:extLst>
              <a:ext uri="{FF2B5EF4-FFF2-40B4-BE49-F238E27FC236}">
                <a16:creationId xmlns:a16="http://schemas.microsoft.com/office/drawing/2014/main" id="{FF181EEB-7BFF-3B12-C800-3667E6D558A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67FF55E-90B5-5254-FB31-89004348051A}"/>
              </a:ext>
            </a:extLst>
          </p:cNvPr>
          <p:cNvSpPr>
            <a:spLocks noGrp="1"/>
          </p:cNvSpPr>
          <p:nvPr>
            <p:ph type="sldNum" sz="quarter" idx="12"/>
          </p:nvPr>
        </p:nvSpPr>
        <p:spPr/>
        <p:txBody>
          <a:bodyPr/>
          <a:lstStyle/>
          <a:p>
            <a:fld id="{679115D6-88B0-0A41-985D-0F75173C33A5}" type="slidenum">
              <a:rPr lang="en-US" smtClean="0"/>
              <a:t>‹#›</a:t>
            </a:fld>
            <a:endParaRPr lang="en-US"/>
          </a:p>
        </p:txBody>
      </p:sp>
    </p:spTree>
    <p:extLst>
      <p:ext uri="{BB962C8B-B14F-4D97-AF65-F5344CB8AC3E}">
        <p14:creationId xmlns:p14="http://schemas.microsoft.com/office/powerpoint/2010/main" val="2489022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8509522-525A-6EE4-3CE9-D36BA16BE4F8}"/>
              </a:ext>
            </a:extLst>
          </p:cNvPr>
          <p:cNvSpPr>
            <a:spLocks noGrp="1"/>
          </p:cNvSpPr>
          <p:nvPr>
            <p:ph type="dt" sz="half" idx="10"/>
          </p:nvPr>
        </p:nvSpPr>
        <p:spPr/>
        <p:txBody>
          <a:bodyPr/>
          <a:lstStyle/>
          <a:p>
            <a:fld id="{7030DA58-E27F-2C42-B061-C97250AF00EF}" type="datetimeFigureOut">
              <a:rPr lang="en-US" smtClean="0"/>
              <a:t>7/26/24</a:t>
            </a:fld>
            <a:endParaRPr lang="en-US"/>
          </a:p>
        </p:txBody>
      </p:sp>
      <p:sp>
        <p:nvSpPr>
          <p:cNvPr id="3" name="Footer Placeholder 2">
            <a:extLst>
              <a:ext uri="{FF2B5EF4-FFF2-40B4-BE49-F238E27FC236}">
                <a16:creationId xmlns:a16="http://schemas.microsoft.com/office/drawing/2014/main" id="{A3213550-477B-B8F8-9701-04A149EF995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840E106-34B2-9886-469F-F6CDC60DEE84}"/>
              </a:ext>
            </a:extLst>
          </p:cNvPr>
          <p:cNvSpPr>
            <a:spLocks noGrp="1"/>
          </p:cNvSpPr>
          <p:nvPr>
            <p:ph type="sldNum" sz="quarter" idx="12"/>
          </p:nvPr>
        </p:nvSpPr>
        <p:spPr/>
        <p:txBody>
          <a:bodyPr/>
          <a:lstStyle/>
          <a:p>
            <a:fld id="{679115D6-88B0-0A41-985D-0F75173C33A5}" type="slidenum">
              <a:rPr lang="en-US" smtClean="0"/>
              <a:t>‹#›</a:t>
            </a:fld>
            <a:endParaRPr lang="en-US"/>
          </a:p>
        </p:txBody>
      </p:sp>
    </p:spTree>
    <p:extLst>
      <p:ext uri="{BB962C8B-B14F-4D97-AF65-F5344CB8AC3E}">
        <p14:creationId xmlns:p14="http://schemas.microsoft.com/office/powerpoint/2010/main" val="17147138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181531-5F3A-312D-AC9F-7B3BDCF4D3D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4008F43-97E1-AC38-CAE9-EC649A4BBBD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FAA748A-32A4-8E51-DC96-08A08A66A8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5F0DC00-F9AD-5850-3266-78D34D114200}"/>
              </a:ext>
            </a:extLst>
          </p:cNvPr>
          <p:cNvSpPr>
            <a:spLocks noGrp="1"/>
          </p:cNvSpPr>
          <p:nvPr>
            <p:ph type="dt" sz="half" idx="10"/>
          </p:nvPr>
        </p:nvSpPr>
        <p:spPr/>
        <p:txBody>
          <a:bodyPr/>
          <a:lstStyle/>
          <a:p>
            <a:fld id="{7030DA58-E27F-2C42-B061-C97250AF00EF}" type="datetimeFigureOut">
              <a:rPr lang="en-US" smtClean="0"/>
              <a:t>7/26/24</a:t>
            </a:fld>
            <a:endParaRPr lang="en-US"/>
          </a:p>
        </p:txBody>
      </p:sp>
      <p:sp>
        <p:nvSpPr>
          <p:cNvPr id="6" name="Footer Placeholder 5">
            <a:extLst>
              <a:ext uri="{FF2B5EF4-FFF2-40B4-BE49-F238E27FC236}">
                <a16:creationId xmlns:a16="http://schemas.microsoft.com/office/drawing/2014/main" id="{4774BCB4-9A00-98F7-FA81-E4DDE6B87B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A2FA3CD-3238-67B7-7CBD-79EDCC08618A}"/>
              </a:ext>
            </a:extLst>
          </p:cNvPr>
          <p:cNvSpPr>
            <a:spLocks noGrp="1"/>
          </p:cNvSpPr>
          <p:nvPr>
            <p:ph type="sldNum" sz="quarter" idx="12"/>
          </p:nvPr>
        </p:nvSpPr>
        <p:spPr/>
        <p:txBody>
          <a:bodyPr/>
          <a:lstStyle/>
          <a:p>
            <a:fld id="{679115D6-88B0-0A41-985D-0F75173C33A5}" type="slidenum">
              <a:rPr lang="en-US" smtClean="0"/>
              <a:t>‹#›</a:t>
            </a:fld>
            <a:endParaRPr lang="en-US"/>
          </a:p>
        </p:txBody>
      </p:sp>
    </p:spTree>
    <p:extLst>
      <p:ext uri="{BB962C8B-B14F-4D97-AF65-F5344CB8AC3E}">
        <p14:creationId xmlns:p14="http://schemas.microsoft.com/office/powerpoint/2010/main" val="35677766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98AEB-22B7-3E8A-455F-8859257ECEB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7953E66-5B31-7FD4-DC33-BB5D9C62548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184F613-E878-E57A-D376-A215497BAB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224952B-DC9F-5FBD-185F-E1EA414F49E9}"/>
              </a:ext>
            </a:extLst>
          </p:cNvPr>
          <p:cNvSpPr>
            <a:spLocks noGrp="1"/>
          </p:cNvSpPr>
          <p:nvPr>
            <p:ph type="dt" sz="half" idx="10"/>
          </p:nvPr>
        </p:nvSpPr>
        <p:spPr/>
        <p:txBody>
          <a:bodyPr/>
          <a:lstStyle/>
          <a:p>
            <a:fld id="{7030DA58-E27F-2C42-B061-C97250AF00EF}" type="datetimeFigureOut">
              <a:rPr lang="en-US" smtClean="0"/>
              <a:t>7/26/24</a:t>
            </a:fld>
            <a:endParaRPr lang="en-US"/>
          </a:p>
        </p:txBody>
      </p:sp>
      <p:sp>
        <p:nvSpPr>
          <p:cNvPr id="6" name="Footer Placeholder 5">
            <a:extLst>
              <a:ext uri="{FF2B5EF4-FFF2-40B4-BE49-F238E27FC236}">
                <a16:creationId xmlns:a16="http://schemas.microsoft.com/office/drawing/2014/main" id="{3CF0390A-B97B-1E83-A73F-ED69E11DB47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34974E6-4F13-AD55-A799-F5840A80A8D6}"/>
              </a:ext>
            </a:extLst>
          </p:cNvPr>
          <p:cNvSpPr>
            <a:spLocks noGrp="1"/>
          </p:cNvSpPr>
          <p:nvPr>
            <p:ph type="sldNum" sz="quarter" idx="12"/>
          </p:nvPr>
        </p:nvSpPr>
        <p:spPr/>
        <p:txBody>
          <a:bodyPr/>
          <a:lstStyle/>
          <a:p>
            <a:fld id="{679115D6-88B0-0A41-985D-0F75173C33A5}" type="slidenum">
              <a:rPr lang="en-US" smtClean="0"/>
              <a:t>‹#›</a:t>
            </a:fld>
            <a:endParaRPr lang="en-US"/>
          </a:p>
        </p:txBody>
      </p:sp>
    </p:spTree>
    <p:extLst>
      <p:ext uri="{BB962C8B-B14F-4D97-AF65-F5344CB8AC3E}">
        <p14:creationId xmlns:p14="http://schemas.microsoft.com/office/powerpoint/2010/main" val="3334433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67DA4-4541-03B1-D00E-2985CFCDD65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D7BE872-27D3-6C47-D468-E116A0463A9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2268389-2737-8464-7A28-48253C6CDD3C}"/>
              </a:ext>
            </a:extLst>
          </p:cNvPr>
          <p:cNvSpPr>
            <a:spLocks noGrp="1"/>
          </p:cNvSpPr>
          <p:nvPr>
            <p:ph type="dt" sz="half" idx="10"/>
          </p:nvPr>
        </p:nvSpPr>
        <p:spPr/>
        <p:txBody>
          <a:bodyPr/>
          <a:lstStyle/>
          <a:p>
            <a:fld id="{7030DA58-E27F-2C42-B061-C97250AF00EF}" type="datetimeFigureOut">
              <a:rPr lang="en-US" smtClean="0"/>
              <a:t>7/26/24</a:t>
            </a:fld>
            <a:endParaRPr lang="en-US"/>
          </a:p>
        </p:txBody>
      </p:sp>
      <p:sp>
        <p:nvSpPr>
          <p:cNvPr id="5" name="Footer Placeholder 4">
            <a:extLst>
              <a:ext uri="{FF2B5EF4-FFF2-40B4-BE49-F238E27FC236}">
                <a16:creationId xmlns:a16="http://schemas.microsoft.com/office/drawing/2014/main" id="{20C55886-0BA8-E41B-F011-58C9C25C66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5DCAB7D-A309-086A-8137-0AD5A83411E0}"/>
              </a:ext>
            </a:extLst>
          </p:cNvPr>
          <p:cNvSpPr>
            <a:spLocks noGrp="1"/>
          </p:cNvSpPr>
          <p:nvPr>
            <p:ph type="sldNum" sz="quarter" idx="12"/>
          </p:nvPr>
        </p:nvSpPr>
        <p:spPr/>
        <p:txBody>
          <a:bodyPr/>
          <a:lstStyle/>
          <a:p>
            <a:fld id="{679115D6-88B0-0A41-985D-0F75173C33A5}" type="slidenum">
              <a:rPr lang="en-US" smtClean="0"/>
              <a:t>‹#›</a:t>
            </a:fld>
            <a:endParaRPr lang="en-US"/>
          </a:p>
        </p:txBody>
      </p:sp>
    </p:spTree>
    <p:extLst>
      <p:ext uri="{BB962C8B-B14F-4D97-AF65-F5344CB8AC3E}">
        <p14:creationId xmlns:p14="http://schemas.microsoft.com/office/powerpoint/2010/main" val="40799637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463DCC5-D391-C0C0-5E1A-C359413524C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3084230-337A-6493-5ED5-9EA5AB3DDBD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172EEC0-593D-1AC3-B555-23D9EB39E300}"/>
              </a:ext>
            </a:extLst>
          </p:cNvPr>
          <p:cNvSpPr>
            <a:spLocks noGrp="1"/>
          </p:cNvSpPr>
          <p:nvPr>
            <p:ph type="dt" sz="half" idx="10"/>
          </p:nvPr>
        </p:nvSpPr>
        <p:spPr/>
        <p:txBody>
          <a:bodyPr/>
          <a:lstStyle/>
          <a:p>
            <a:fld id="{7030DA58-E27F-2C42-B061-C97250AF00EF}" type="datetimeFigureOut">
              <a:rPr lang="en-US" smtClean="0"/>
              <a:t>7/26/24</a:t>
            </a:fld>
            <a:endParaRPr lang="en-US"/>
          </a:p>
        </p:txBody>
      </p:sp>
      <p:sp>
        <p:nvSpPr>
          <p:cNvPr id="5" name="Footer Placeholder 4">
            <a:extLst>
              <a:ext uri="{FF2B5EF4-FFF2-40B4-BE49-F238E27FC236}">
                <a16:creationId xmlns:a16="http://schemas.microsoft.com/office/drawing/2014/main" id="{AC2340C0-50BC-549B-1027-04FA83F04C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3471DE-3C41-411A-2972-EBA17A85AA7D}"/>
              </a:ext>
            </a:extLst>
          </p:cNvPr>
          <p:cNvSpPr>
            <a:spLocks noGrp="1"/>
          </p:cNvSpPr>
          <p:nvPr>
            <p:ph type="sldNum" sz="quarter" idx="12"/>
          </p:nvPr>
        </p:nvSpPr>
        <p:spPr/>
        <p:txBody>
          <a:bodyPr/>
          <a:lstStyle/>
          <a:p>
            <a:fld id="{679115D6-88B0-0A41-985D-0F75173C33A5}" type="slidenum">
              <a:rPr lang="en-US" smtClean="0"/>
              <a:t>‹#›</a:t>
            </a:fld>
            <a:endParaRPr lang="en-US"/>
          </a:p>
        </p:txBody>
      </p:sp>
    </p:spTree>
    <p:extLst>
      <p:ext uri="{BB962C8B-B14F-4D97-AF65-F5344CB8AC3E}">
        <p14:creationId xmlns:p14="http://schemas.microsoft.com/office/powerpoint/2010/main" val="394686429"/>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302DF64-E63A-9D8A-B28F-7E64783CBB75}"/>
              </a:ext>
            </a:extLst>
          </p:cNvPr>
          <p:cNvSpPr>
            <a:spLocks noGrp="1"/>
          </p:cNvSpPr>
          <p:nvPr>
            <p:ph type="title"/>
          </p:nvPr>
        </p:nvSpPr>
        <p:spPr>
          <a:xfrm>
            <a:off x="838200" y="365125"/>
            <a:ext cx="10515600" cy="1325563"/>
          </a:xfrm>
          <a:prstGeom prst="rect">
            <a:avLst/>
          </a:prstGeom>
        </p:spPr>
        <p:txBody>
          <a:bodyPr anchor="ctr" bIns="45720" lIns="91440" rIns="91440" rtlCol="0" tIns="45720" vert="horz">
            <a:normAutofit/>
          </a:bodyPr>
          <a:lstStyle/>
          <a:p>
            <a:r>
              <a:rPr dirty="0" lang="en-US"/>
              <a:t>Click to edit Master title style</a:t>
            </a:r>
          </a:p>
        </p:txBody>
      </p:sp>
      <p:sp>
        <p:nvSpPr>
          <p:cNvPr id="3" name="Text Placeholder 2">
            <a:extLst>
              <a:ext uri="{FF2B5EF4-FFF2-40B4-BE49-F238E27FC236}">
                <a16:creationId xmlns:a16="http://schemas.microsoft.com/office/drawing/2014/main" id="{BA09F2D4-5C78-EE00-EB09-75BFBD210804}"/>
              </a:ext>
            </a:extLst>
          </p:cNvPr>
          <p:cNvSpPr>
            <a:spLocks noGrp="1"/>
          </p:cNvSpPr>
          <p:nvPr>
            <p:ph idx="1" type="body"/>
          </p:nvPr>
        </p:nvSpPr>
        <p:spPr>
          <a:xfrm>
            <a:off x="838200" y="1825625"/>
            <a:ext cx="10515600" cy="4351338"/>
          </a:xfrm>
          <a:prstGeom prst="rect">
            <a:avLst/>
          </a:prstGeom>
        </p:spPr>
        <p:txBody>
          <a:bodyPr bIns="45720" lIns="91440" rIns="91440" rtlCol="0" tIns="45720" vert="horz">
            <a:normAutofit/>
          </a:bodyPr>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p>
        </p:txBody>
      </p:sp>
      <p:sp>
        <p:nvSpPr>
          <p:cNvPr id="4" name="Date Placeholder 3">
            <a:extLst>
              <a:ext uri="{FF2B5EF4-FFF2-40B4-BE49-F238E27FC236}">
                <a16:creationId xmlns:a16="http://schemas.microsoft.com/office/drawing/2014/main" id="{35680436-3131-257C-DE36-638E82AF70D9}"/>
              </a:ext>
            </a:extLst>
          </p:cNvPr>
          <p:cNvSpPr>
            <a:spLocks noGrp="1"/>
          </p:cNvSpPr>
          <p:nvPr>
            <p:ph idx="2" sz="half" type="dt"/>
          </p:nvPr>
        </p:nvSpPr>
        <p:spPr>
          <a:xfrm>
            <a:off x="838200" y="6356350"/>
            <a:ext cx="2743200" cy="365125"/>
          </a:xfrm>
          <a:prstGeom prst="rect">
            <a:avLst/>
          </a:prstGeom>
        </p:spPr>
        <p:txBody>
          <a:bodyPr anchor="ctr" bIns="45720" lIns="91440" rIns="91440" rtlCol="0" tIns="45720" vert="horz"/>
          <a:lstStyle>
            <a:lvl1pPr algn="l">
              <a:defRPr sz="1200">
                <a:solidFill>
                  <a:schemeClr val="tx1">
                    <a:tint val="82000"/>
                  </a:schemeClr>
                </a:solidFill>
              </a:defRPr>
            </a:lvl1pPr>
          </a:lstStyle>
          <a:p>
            <a:fld id="{7030DA58-E27F-2C42-B061-C97250AF00EF}" type="datetimeFigureOut">
              <a:rPr lang="en-US" smtClean="0"/>
              <a:t>7/26/24</a:t>
            </a:fld>
            <a:endParaRPr lang="en-US"/>
          </a:p>
        </p:txBody>
      </p:sp>
      <p:sp>
        <p:nvSpPr>
          <p:cNvPr id="5" name="Footer Placeholder 4">
            <a:extLst>
              <a:ext uri="{FF2B5EF4-FFF2-40B4-BE49-F238E27FC236}">
                <a16:creationId xmlns:a16="http://schemas.microsoft.com/office/drawing/2014/main" id="{2F6E8E23-65CA-00FF-7428-29C60488A922}"/>
              </a:ext>
            </a:extLst>
          </p:cNvPr>
          <p:cNvSpPr>
            <a:spLocks noGrp="1"/>
          </p:cNvSpPr>
          <p:nvPr>
            <p:ph idx="3" sz="quarter" type="ftr"/>
          </p:nvPr>
        </p:nvSpPr>
        <p:spPr>
          <a:xfrm>
            <a:off x="4038600" y="6356350"/>
            <a:ext cx="4114800" cy="365125"/>
          </a:xfrm>
          <a:prstGeom prst="rect">
            <a:avLst/>
          </a:prstGeom>
        </p:spPr>
        <p:txBody>
          <a:bodyPr anchor="ctr" bIns="45720" lIns="91440" rIns="91440" rtlCol="0" tIns="45720" vert="horz"/>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5966E79-9583-6112-E45D-1030719FE08B}"/>
              </a:ext>
            </a:extLst>
          </p:cNvPr>
          <p:cNvSpPr>
            <a:spLocks noGrp="1"/>
          </p:cNvSpPr>
          <p:nvPr>
            <p:ph idx="4" sz="quarter" type="sldNum"/>
          </p:nvPr>
        </p:nvSpPr>
        <p:spPr>
          <a:xfrm>
            <a:off x="8610600" y="6356350"/>
            <a:ext cx="2743200" cy="365125"/>
          </a:xfrm>
          <a:prstGeom prst="rect">
            <a:avLst/>
          </a:prstGeom>
        </p:spPr>
        <p:txBody>
          <a:bodyPr anchor="ctr" bIns="45720" lIns="91440" rIns="91440" rtlCol="0" tIns="45720" vert="horz"/>
          <a:lstStyle>
            <a:lvl1pPr algn="r">
              <a:defRPr sz="1200">
                <a:solidFill>
                  <a:schemeClr val="tx1">
                    <a:tint val="82000"/>
                  </a:schemeClr>
                </a:solidFill>
              </a:defRPr>
            </a:lvl1pPr>
          </a:lstStyle>
          <a:p>
            <a:fld id="{679115D6-88B0-0A41-985D-0F75173C33A5}" type="slidenum">
              <a:rPr lang="en-US" smtClean="0"/>
              <a:t>‹#›</a:t>
            </a:fld>
            <a:endParaRPr lang="en-US"/>
          </a:p>
        </p:txBody>
      </p:sp>
    </p:spTree>
    <p:extLst>
      <p:ext uri="{BB962C8B-B14F-4D97-AF65-F5344CB8AC3E}">
        <p14:creationId xmlns:p14="http://schemas.microsoft.com/office/powerpoint/2010/main" val="2683377077"/>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eaLnBrk="1" hangingPunct="1" latinLnBrk="0" rtl="0">
        <a:lnSpc>
          <a:spcPct val="90000"/>
        </a:lnSpc>
        <a:spcBef>
          <a:spcPct val="0"/>
        </a:spcBef>
        <a:buNone/>
        <a:defRPr kern="1200" sz="4400">
          <a:solidFill>
            <a:schemeClr val="tx1"/>
          </a:solidFill>
          <a:latin typeface="+mj-lt"/>
          <a:ea typeface="+mj-ea"/>
          <a:cs typeface="+mj-cs"/>
        </a:defRPr>
      </a:lvl1pPr>
    </p:titleStyle>
    <p:bodyStyle>
      <a:lvl1pPr algn="l" defTabSz="914400" eaLnBrk="1" hangingPunct="1" indent="-228600" latinLnBrk="0" marL="228600" rtl="0">
        <a:lnSpc>
          <a:spcPct val="90000"/>
        </a:lnSpc>
        <a:spcBef>
          <a:spcPts val="1000"/>
        </a:spcBef>
        <a:buFont charset="0" panose="020B0604020202020204" pitchFamily="34" typeface="Arial"/>
        <a:buChar char="•"/>
        <a:defRPr kern="1200" sz="2800">
          <a:solidFill>
            <a:schemeClr val="tx1"/>
          </a:solidFill>
          <a:latin typeface="+mj-lt"/>
          <a:ea typeface="+mn-ea"/>
          <a:cs typeface="+mn-cs"/>
        </a:defRPr>
      </a:lvl1pPr>
      <a:lvl2pPr algn="l" defTabSz="914400" eaLnBrk="1" hangingPunct="1" indent="-228600" latinLnBrk="0" marL="685800" rtl="0">
        <a:lnSpc>
          <a:spcPct val="90000"/>
        </a:lnSpc>
        <a:spcBef>
          <a:spcPts val="500"/>
        </a:spcBef>
        <a:buFont charset="0" panose="020B0604020202020204" pitchFamily="34" typeface="Arial"/>
        <a:buChar char="•"/>
        <a:defRPr kern="1200" sz="2400">
          <a:solidFill>
            <a:schemeClr val="tx1"/>
          </a:solidFill>
          <a:latin typeface="+mj-lt"/>
          <a:ea typeface="+mn-ea"/>
          <a:cs typeface="+mn-cs"/>
        </a:defRPr>
      </a:lvl2pPr>
      <a:lvl3pPr algn="l" defTabSz="914400" eaLnBrk="1" hangingPunct="1" indent="-228600" latinLnBrk="0" marL="1143000" rtl="0">
        <a:lnSpc>
          <a:spcPct val="90000"/>
        </a:lnSpc>
        <a:spcBef>
          <a:spcPts val="500"/>
        </a:spcBef>
        <a:buFont charset="0" panose="020B0604020202020204" pitchFamily="34" typeface="Arial"/>
        <a:buChar char="•"/>
        <a:defRPr kern="1200" sz="2000">
          <a:solidFill>
            <a:schemeClr val="tx1"/>
          </a:solidFill>
          <a:latin typeface="+mj-lt"/>
          <a:ea typeface="+mn-ea"/>
          <a:cs typeface="+mn-cs"/>
        </a:defRPr>
      </a:lvl3pPr>
      <a:lvl4pPr algn="l" defTabSz="914400" eaLnBrk="1" hangingPunct="1" indent="-228600" latinLnBrk="0" marL="1600200" rtl="0">
        <a:lnSpc>
          <a:spcPct val="90000"/>
        </a:lnSpc>
        <a:spcBef>
          <a:spcPts val="500"/>
        </a:spcBef>
        <a:buFont charset="0" panose="020B0604020202020204" pitchFamily="34" typeface="Arial"/>
        <a:buChar char="•"/>
        <a:defRPr kern="1200" sz="1800">
          <a:solidFill>
            <a:schemeClr val="tx1"/>
          </a:solidFill>
          <a:latin typeface="+mj-lt"/>
          <a:ea typeface="+mn-ea"/>
          <a:cs typeface="+mn-cs"/>
        </a:defRPr>
      </a:lvl4pPr>
      <a:lvl5pPr algn="l" defTabSz="914400" eaLnBrk="1" hangingPunct="1" indent="-228600" latinLnBrk="0" marL="2057400" rtl="0">
        <a:lnSpc>
          <a:spcPct val="90000"/>
        </a:lnSpc>
        <a:spcBef>
          <a:spcPts val="500"/>
        </a:spcBef>
        <a:buFont charset="0" panose="020B0604020202020204" pitchFamily="34" typeface="Arial"/>
        <a:buChar char="•"/>
        <a:defRPr kern="1200" sz="1800">
          <a:solidFill>
            <a:schemeClr val="tx1"/>
          </a:solidFill>
          <a:latin typeface="+mj-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p:bodyStyle>
    <p:otherStyle>
      <a:defPPr>
        <a:defRPr lang="en-US"/>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edopportunity.org/" TargetMode="External" /><Relationship Id="rId3" Type="http://schemas.openxmlformats.org/officeDocument/2006/relationships/hyperlink" Target="https://dataverse.harvard.edu/dataverse/harvard" TargetMode="External" /><Relationship Id="rId4" Type="http://schemas.openxmlformats.org/officeDocument/2006/relationships/hyperlink" Target="https://www.kaggle.com/datasets" TargetMode="External" /><Relationship Id="rId5" Type="http://schemas.openxmlformats.org/officeDocument/2006/relationships/hyperlink" Target="https://github.com/awesomedata/awesome-public-datasets" TargetMode="External" /><Relationship Id="rId6" Type="http://schemas.openxmlformats.org/officeDocument/2006/relationships/hyperlink" Target="https://data.gov/" TargetMode="External" /><Relationship Id="rId7" Type="http://schemas.openxmlformats.org/officeDocument/2006/relationships/hyperlink" Target="https://data.worldbank.org/" TargetMode="External" /><Relationship Id="rId8" Type="http://schemas.openxmlformats.org/officeDocument/2006/relationships/hyperlink" Target="https://data.cityofchicago.org/" TargetMode="External" /><Relationship Id="rId9" Type="http://schemas.openxmlformats.org/officeDocument/2006/relationships/hyperlink" Target="https://www.dallasopendata.com/" TargetMode="External" /><Relationship Id="rId10" Type="http://schemas.openxmlformats.org/officeDocument/2006/relationships/hyperlink" Target="https://opendata.dc.gov/" TargetMode="External" /><Relationship Id="rId11" Type="http://schemas.openxmlformats.org/officeDocument/2006/relationships/hyperlink" Target="https://data.houstontx.gov/" TargetMode="External" /><Relationship Id="rId12" Type="http://schemas.openxmlformats.org/officeDocument/2006/relationships/hyperlink" Target="https://data.lacity.org/" TargetMode="External" /><Relationship Id="rId13" Type="http://schemas.openxmlformats.org/officeDocument/2006/relationships/hyperlink" Target="https://gis-mdc.opendata.arcgis.com/" TargetMode="External" /><Relationship Id="rId14" Type="http://schemas.openxmlformats.org/officeDocument/2006/relationships/hyperlink" Target="https://opendata.cityofnewyork.us/" TargetMode="External" /><Relationship Id="rId15" Type="http://schemas.openxmlformats.org/officeDocument/2006/relationships/hyperlink" Target="https://opendataphilly.org/" TargetMode="External" /><Relationship Id="rId16" Type="http://schemas.openxmlformats.org/officeDocument/2006/relationships/hyperlink" Target="https://www.stlouis-mo.gov/data/index.cfm" TargetMode="Externa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F1BF93-9615-E1E2-9275-26B1F75FB121}"/>
              </a:ext>
            </a:extLst>
          </p:cNvPr>
          <p:cNvSpPr>
            <a:spLocks noGrp="1"/>
          </p:cNvSpPr>
          <p:nvPr>
            <p:ph type="ctrTitle"/>
          </p:nvPr>
        </p:nvSpPr>
        <p:spPr>
          <a:xfrm>
            <a:off x="1524000" y="1122363"/>
            <a:ext cx="9144000" cy="2387600"/>
          </a:xfrm>
        </p:spPr>
        <p:txBody>
          <a:bodyPr/>
          <a:lstStyle/>
          <a:p>
            <a:pPr lvl="0" indent="0" marL="0">
              <a:buNone/>
            </a:pPr>
            <a:r>
              <a:rPr/>
              <a:t>Resources</a:t>
            </a:r>
          </a:p>
        </p:txBody>
      </p:sp>
      <p:sp>
        <p:nvSpPr>
          <p:cNvPr id="3" name="Subtitle 2">
            <a:extLst>
              <a:ext uri="{FF2B5EF4-FFF2-40B4-BE49-F238E27FC236}">
                <a16:creationId xmlns:a16="http://schemas.microsoft.com/office/drawing/2014/main" id="{4A951E0A-F542-1684-9119-411BA0F2BC4A}"/>
              </a:ext>
            </a:extLst>
          </p:cNvPr>
          <p:cNvSpPr>
            <a:spLocks noGrp="1"/>
          </p:cNvSpPr>
          <p:nvPr>
            <p:ph idx="1" type="subTitle"/>
          </p:nvPr>
        </p:nvSpPr>
        <p:spPr>
          <a:xfrm>
            <a:off x="1524000" y="3602038"/>
            <a:ext cx="9144000" cy="1655762"/>
          </a:xfrm>
        </p:spPr>
        <p:txBody>
          <a:bodyPr/>
          <a:lstStyle/>
          <a:p>
            <a:pPr lvl="0" indent="0" marL="0">
              <a:buNone/>
            </a:pPr>
            <a:r>
              <a:rPr/>
              <a:t>DATA 202: Statistically Measuring and Modeling Social Justice</a:t>
            </a:r>
            <a:br/>
            <a:b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8E21915-03DD-6A2D-69BE-2E0D0E629C7C}"/>
              </a:ext>
            </a:extLst>
          </p:cNvPr>
          <p:cNvSpPr>
            <a:spLocks noGrp="1"/>
          </p:cNvSpPr>
          <p:nvPr>
            <p:ph idx="1"/>
          </p:nvPr>
        </p:nvSpPr>
        <p:spPr/>
        <p:txBody>
          <a:bodyPr/>
          <a:lstStyle/>
          <a:p>
            <a:pPr lvl="0" indent="0" marL="0">
              <a:buNone/>
            </a:pPr>
            <a:r>
              <a:rPr/>
              <a:t>This page will contain resources to support you in our course.</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1FBB9D-1F6D-0FC7-0689-8914FE818EF1}"/>
              </a:ext>
            </a:extLst>
          </p:cNvPr>
          <p:cNvSpPr>
            <a:spLocks noGrp="1"/>
          </p:cNvSpPr>
          <p:nvPr>
            <p:ph type="title"/>
          </p:nvPr>
        </p:nvSpPr>
        <p:spPr/>
        <p:txBody>
          <a:bodyPr/>
          <a:lstStyle/>
          <a:p>
            <a:pPr lvl="0" indent="0" marL="0">
              <a:buNone/>
            </a:pPr>
            <a:r>
              <a:rPr/>
              <a:t>Open data sources</a:t>
            </a:r>
          </a:p>
        </p:txBody>
      </p:sp>
      <p:sp>
        <p:nvSpPr>
          <p:cNvPr id="3" name="Content Placeholder 2">
            <a:extLst>
              <a:ext uri="{FF2B5EF4-FFF2-40B4-BE49-F238E27FC236}">
                <a16:creationId xmlns:a16="http://schemas.microsoft.com/office/drawing/2014/main" id="{38E21915-03DD-6A2D-69BE-2E0D0E629C7C}"/>
              </a:ext>
            </a:extLst>
          </p:cNvPr>
          <p:cNvSpPr>
            <a:spLocks noGrp="1"/>
          </p:cNvSpPr>
          <p:nvPr>
            <p:ph idx="1"/>
          </p:nvPr>
        </p:nvSpPr>
        <p:spPr/>
        <p:txBody>
          <a:bodyPr/>
          <a:lstStyle/>
          <a:p>
            <a:pPr lvl="0" indent="0" marL="0">
              <a:buNone/>
            </a:pPr>
            <a:r>
              <a:rPr/>
              <a:t>Educational opportunity data: </a:t>
            </a:r>
            <a:r>
              <a:rPr>
                <a:hlinkClick r:id="rId2"/>
              </a:rPr>
              <a:t>https://edopportunity.org/</a:t>
            </a:r>
          </a:p>
          <a:p>
            <a:pPr lvl="0" indent="0" marL="0">
              <a:buNone/>
            </a:pPr>
            <a:r>
              <a:rPr/>
              <a:t>Harvard dataverse: </a:t>
            </a:r>
            <a:r>
              <a:rPr>
                <a:hlinkClick r:id="rId3"/>
              </a:rPr>
              <a:t>https://dataverse.harvard.edu/dataverse/harvard</a:t>
            </a:r>
          </a:p>
          <a:p>
            <a:pPr lvl="0" indent="0" marL="0">
              <a:buNone/>
            </a:pPr>
            <a:r>
              <a:rPr/>
              <a:t>Kaggle datasets: </a:t>
            </a:r>
            <a:r>
              <a:rPr>
                <a:hlinkClick r:id="rId4"/>
              </a:rPr>
              <a:t>https://www.kaggle.com/datasets</a:t>
            </a:r>
          </a:p>
          <a:p>
            <a:pPr lvl="0" indent="0" marL="0">
              <a:buNone/>
            </a:pPr>
            <a:r>
              <a:rPr/>
              <a:t>Topic-centric open data: </a:t>
            </a:r>
            <a:r>
              <a:rPr>
                <a:hlinkClick r:id="rId5"/>
              </a:rPr>
              <a:t>https://github.com/awesomedata/awesome-public-datasets</a:t>
            </a:r>
          </a:p>
          <a:p>
            <a:pPr lvl="0" indent="0" marL="0">
              <a:buNone/>
            </a:pPr>
            <a:r>
              <a:rPr/>
              <a:t>U.S. government data: </a:t>
            </a:r>
            <a:r>
              <a:rPr>
                <a:hlinkClick r:id="rId6"/>
              </a:rPr>
              <a:t>https://data.gov/</a:t>
            </a:r>
          </a:p>
          <a:p>
            <a:pPr lvl="0" indent="0" marL="0">
              <a:buNone/>
            </a:pPr>
            <a:r>
              <a:rPr/>
              <a:t>World Bank open data: </a:t>
            </a:r>
            <a:r>
              <a:rPr>
                <a:hlinkClick r:id="rId7"/>
              </a:rPr>
              <a:t>https://data.worldbank.org/</a:t>
            </a:r>
          </a:p>
          <a:p>
            <a:pPr lvl="0" indent="0" marL="0">
              <a:buNone/>
            </a:pPr>
            <a:r>
              <a:rPr/>
              <a:t>Open city data</a:t>
            </a:r>
          </a:p>
          <a:p>
            <a:pPr lvl="0"/>
            <a:r>
              <a:rPr/>
              <a:t>Chicago Open Data: </a:t>
            </a:r>
            <a:r>
              <a:rPr>
                <a:hlinkClick r:id="rId8"/>
              </a:rPr>
              <a:t>https://data.cityofchicago.org/</a:t>
            </a:r>
          </a:p>
          <a:p>
            <a:pPr lvl="0"/>
            <a:r>
              <a:rPr/>
              <a:t>Dallas Open Data: </a:t>
            </a:r>
            <a:r>
              <a:rPr>
                <a:hlinkClick r:id="rId9"/>
              </a:rPr>
              <a:t>https://www.dallasopendata.com/</a:t>
            </a:r>
          </a:p>
          <a:p>
            <a:pPr lvl="0"/>
            <a:r>
              <a:rPr/>
              <a:t>DC Open Data: </a:t>
            </a:r>
            <a:r>
              <a:rPr>
                <a:hlinkClick r:id="rId10"/>
              </a:rPr>
              <a:t>https://opendata.dc.gov/</a:t>
            </a:r>
          </a:p>
          <a:p>
            <a:pPr lvl="0"/>
            <a:r>
              <a:rPr/>
              <a:t>Houston Open Data: </a:t>
            </a:r>
            <a:r>
              <a:rPr>
                <a:hlinkClick r:id="rId11"/>
              </a:rPr>
              <a:t>https://data.houstontx.gov/</a:t>
            </a:r>
          </a:p>
          <a:p>
            <a:pPr lvl="0"/>
            <a:r>
              <a:rPr/>
              <a:t>LA Open Data: </a:t>
            </a:r>
            <a:r>
              <a:rPr>
                <a:hlinkClick r:id="rId12"/>
              </a:rPr>
              <a:t>https://data.lacity.org/</a:t>
            </a:r>
          </a:p>
          <a:p>
            <a:pPr lvl="0"/>
            <a:r>
              <a:rPr/>
              <a:t>Miami-Data County Open Data: </a:t>
            </a:r>
            <a:r>
              <a:rPr>
                <a:hlinkClick r:id="rId13"/>
              </a:rPr>
              <a:t>https://gis-mdc.opendata.arcgis.com/</a:t>
            </a:r>
          </a:p>
          <a:p>
            <a:pPr lvl="0"/>
            <a:r>
              <a:rPr/>
              <a:t>New York Open Data: </a:t>
            </a:r>
            <a:r>
              <a:rPr>
                <a:hlinkClick r:id="rId14"/>
              </a:rPr>
              <a:t>https://opendata.cityofnewyork.us/</a:t>
            </a:r>
          </a:p>
          <a:p>
            <a:pPr lvl="0"/>
            <a:r>
              <a:rPr/>
              <a:t>Philadelphia Open Data: </a:t>
            </a:r>
            <a:r>
              <a:rPr>
                <a:hlinkClick r:id="rId15"/>
              </a:rPr>
              <a:t>https://opendataphilly.org/</a:t>
            </a:r>
          </a:p>
          <a:p>
            <a:pPr lvl="0"/>
            <a:r>
              <a:rPr/>
              <a:t>St. Louis Open Data: </a:t>
            </a:r>
            <a:r>
              <a:rPr>
                <a:hlinkClick r:id="rId16"/>
              </a:rPr>
              <a:t>https://www.stlouis-mo.gov/data/index.cfm</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1FBB9D-1F6D-0FC7-0689-8914FE818EF1}"/>
              </a:ext>
            </a:extLst>
          </p:cNvPr>
          <p:cNvSpPr>
            <a:spLocks noGrp="1"/>
          </p:cNvSpPr>
          <p:nvPr>
            <p:ph type="title"/>
          </p:nvPr>
        </p:nvSpPr>
        <p:spPr/>
        <p:txBody>
          <a:bodyPr/>
          <a:lstStyle/>
          <a:p>
            <a:pPr lvl="0" indent="0" marL="0">
              <a:buNone/>
            </a:pPr>
            <a:r>
              <a:rPr/>
              <a:t>The Organic Chemistry Tutor’s Channel on YouTube</a:t>
            </a:r>
          </a:p>
        </p:txBody>
      </p:sp>
      <p:sp>
        <p:nvSpPr>
          <p:cNvPr id="3" name="Content Placeholder 2">
            <a:extLst>
              <a:ext uri="{FF2B5EF4-FFF2-40B4-BE49-F238E27FC236}">
                <a16:creationId xmlns:a16="http://schemas.microsoft.com/office/drawing/2014/main" id="{38E21915-03DD-6A2D-69BE-2E0D0E629C7C}"/>
              </a:ext>
            </a:extLst>
          </p:cNvPr>
          <p:cNvSpPr>
            <a:spLocks noGrp="1"/>
          </p:cNvSpPr>
          <p:nvPr>
            <p:ph idx="1"/>
          </p:nvPr>
        </p:nvSpPr>
        <p:spPr/>
        <p:txBody>
          <a:bodyPr/>
          <a:lstStyle/>
          <a:p>
            <a:pPr lvl="0" indent="0" marL="0">
              <a:buNone/>
            </a:pPr>
            <a:r>
              <a:rPr/>
              <a:t>Despite the profile’s title, this channel offers a wealth of resources spanning mathematics and science. The resources offer detailed examples and explanations that you can follow along with as you watch the video. The below series of video review basic statistics.</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imes New Roman-Arial">
      <a:maj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TotalTime>
  <Words>0</Words>
  <Application>Microsoft Macintosh PowerPoint</Application>
  <PresentationFormat>Widescreen</PresentationFormat>
  <Paragraphs>0</Paragraphs>
  <Slides>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Times New Roman</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Resources</dc:title>
  <dc:creator/>
  <cp:keywords/>
  <dcterms:created xsi:type="dcterms:W3CDTF">2026-05-14T04:56:10Z</dcterms:created>
  <dcterms:modified xsi:type="dcterms:W3CDTF">2026-05-14T04:56:10Z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biblio-config">
    <vt:lpwstr>True</vt:lpwstr>
  </property>
  <property fmtid="{D5CDD505-2E9C-101B-9397-08002B2CF9AE}" pid="3" name="header-includes">
    <vt:lpwstr/>
  </property>
  <property fmtid="{D5CDD505-2E9C-101B-9397-08002B2CF9AE}" pid="4" name="include-after">
    <vt:lpwstr/>
  </property>
  <property fmtid="{D5CDD505-2E9C-101B-9397-08002B2CF9AE}" pid="5" name="include-before">
    <vt:lpwstr/>
  </property>
  <property fmtid="{D5CDD505-2E9C-101B-9397-08002B2CF9AE}" pid="6" name="labels">
    <vt:lpwstr/>
  </property>
  <property fmtid="{D5CDD505-2E9C-101B-9397-08002B2CF9AE}" pid="7" name="subtitle">
    <vt:lpwstr>DATA 202: Statistically Measuring and Modeling Social Justice</vt:lpwstr>
  </property>
  <property fmtid="{D5CDD505-2E9C-101B-9397-08002B2CF9AE}" pid="8" name="toc-title">
    <vt:lpwstr>Table of contents</vt:lpwstr>
  </property>
</Properties>
</file>